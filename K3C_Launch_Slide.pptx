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C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4CC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CC8C3"/>
                </a:solidFill>
              </a:rPr>
              <a:t>TEST PLAN +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90-Day Launch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6858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E8F4F3"/>
                </a:solidFill>
              </a:rPr>
              <a:t>Build it. Build the audience. Drop 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804672" y="2029968"/>
            <a:ext cx="36576" cy="4160520"/>
          </a:xfrm>
          <a:prstGeom prst="rect">
            <a:avLst/>
          </a:prstGeom>
          <a:solidFill>
            <a:srgbClr val="288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58368" y="2235708"/>
            <a:ext cx="329184" cy="329184"/>
          </a:xfrm>
          <a:prstGeom prst="ellipse">
            <a:avLst/>
          </a:prstGeom>
          <a:solidFill>
            <a:srgbClr val="123A3A"/>
          </a:solidFill>
          <a:ln w="31750">
            <a:solidFill>
              <a:srgbClr val="4CC8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78992" y="1920240"/>
            <a:ext cx="6903720" cy="960120"/>
          </a:xfrm>
          <a:prstGeom prst="roundRect">
            <a:avLst>
              <a:gd name="adj" fmla="val 6000"/>
            </a:avLst>
          </a:prstGeom>
          <a:solidFill>
            <a:srgbClr val="12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78992" y="1920240"/>
            <a:ext cx="1691640" cy="960120"/>
          </a:xfrm>
          <a:prstGeom prst="roundRect">
            <a:avLst>
              <a:gd name="adj" fmla="val 6000"/>
            </a:avLst>
          </a:prstGeom>
          <a:solidFill>
            <a:srgbClr val="288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2029968"/>
            <a:ext cx="1600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Phase 1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E8F4F3"/>
                </a:solidFill>
              </a:rPr>
              <a:t>Days 1–30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029968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CC8C3"/>
                </a:solidFill>
              </a:rPr>
              <a:t>Build the Foundation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E8F4F3"/>
                </a:solidFill>
              </a:rPr>
              <a:t>Create the website, app, and core platform.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3511296"/>
            <a:ext cx="329184" cy="329184"/>
          </a:xfrm>
          <a:prstGeom prst="ellipse">
            <a:avLst/>
          </a:prstGeom>
          <a:solidFill>
            <a:srgbClr val="123A3A"/>
          </a:solidFill>
          <a:ln w="31750">
            <a:solidFill>
              <a:srgbClr val="4CC8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78992" y="3044952"/>
            <a:ext cx="6903720" cy="1261872"/>
          </a:xfrm>
          <a:prstGeom prst="roundRect">
            <a:avLst>
              <a:gd name="adj" fmla="val 6000"/>
            </a:avLst>
          </a:prstGeom>
          <a:solidFill>
            <a:srgbClr val="12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78992" y="3044952"/>
            <a:ext cx="1691640" cy="1261872"/>
          </a:xfrm>
          <a:prstGeom prst="roundRect">
            <a:avLst>
              <a:gd name="adj" fmla="val 6000"/>
            </a:avLst>
          </a:prstGeom>
          <a:solidFill>
            <a:srgbClr val="288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15568" y="3154680"/>
            <a:ext cx="160020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Phase 2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E8F4F3"/>
                </a:solidFill>
              </a:rPr>
              <a:t>Days 31–60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3154680"/>
            <a:ext cx="4937760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CC8C3"/>
                </a:solidFill>
              </a:rPr>
              <a:t>Build the Audience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E8F4F3"/>
                </a:solidFill>
              </a:rPr>
              <a:t>Launch parent groups on Facebook, TikTok, and Instagram. Hire a small social team to create content, make videos, and run ads.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4786884"/>
            <a:ext cx="329184" cy="329184"/>
          </a:xfrm>
          <a:prstGeom prst="ellipse">
            <a:avLst/>
          </a:prstGeom>
          <a:solidFill>
            <a:srgbClr val="123A3A"/>
          </a:solidFill>
          <a:ln w="31750">
            <a:solidFill>
              <a:srgbClr val="4CC8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78992" y="4471416"/>
            <a:ext cx="6903720" cy="960120"/>
          </a:xfrm>
          <a:prstGeom prst="roundRect">
            <a:avLst>
              <a:gd name="adj" fmla="val 6000"/>
            </a:avLst>
          </a:prstGeom>
          <a:solidFill>
            <a:srgbClr val="12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78992" y="4471416"/>
            <a:ext cx="1691640" cy="960120"/>
          </a:xfrm>
          <a:prstGeom prst="roundRect">
            <a:avLst>
              <a:gd name="adj" fmla="val 6000"/>
            </a:avLst>
          </a:prstGeom>
          <a:solidFill>
            <a:srgbClr val="288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15568" y="4581144"/>
            <a:ext cx="1600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Phase 3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E8F4F3"/>
                </a:solidFill>
              </a:rPr>
              <a:t>Days 61–90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4581144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CC8C3"/>
                </a:solidFill>
              </a:rPr>
              <a:t>Drop &amp; Launch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E8F4F3"/>
                </a:solidFill>
              </a:rPr>
              <a:t>Open subscriptions, promote the launch, and send the first mail drop.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78992" y="5705856"/>
            <a:ext cx="6903720" cy="841248"/>
          </a:xfrm>
          <a:prstGeom prst="roundRect">
            <a:avLst>
              <a:gd name="adj" fmla="val 6000"/>
            </a:avLst>
          </a:prstGeom>
          <a:solidFill>
            <a:srgbClr val="4CC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70432" y="5815584"/>
            <a:ext cx="621792" cy="621792"/>
          </a:xfrm>
          <a:prstGeom prst="ellipse">
            <a:avLst/>
          </a:prstGeom>
          <a:solidFill>
            <a:srgbClr val="0D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70432" y="5797296"/>
            <a:ext cx="62179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5843016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2C2C"/>
                </a:solidFill>
              </a:rPr>
              <a:t>The Ask: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54680" y="5815584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2C2C"/>
                </a:solidFill>
              </a:rPr>
              <a:t>Approve MVP build + small launch budget for content, ads, and the first mail drop.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94192" y="320040"/>
            <a:ext cx="3429000" cy="6263640"/>
          </a:xfrm>
          <a:prstGeom prst="roundRect">
            <a:avLst>
              <a:gd name="adj" fmla="val 6000"/>
            </a:avLst>
          </a:prstGeom>
          <a:solidFill>
            <a:srgbClr val="12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645652" y="822960"/>
            <a:ext cx="2926080" cy="2926080"/>
          </a:xfrm>
          <a:prstGeom prst="ellipse">
            <a:avLst/>
          </a:prstGeom>
          <a:solidFill>
            <a:srgbClr val="288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011412" y="1188720"/>
            <a:ext cx="2194560" cy="2194560"/>
          </a:xfrm>
          <a:prstGeom prst="ellipse">
            <a:avLst/>
          </a:prstGeom>
          <a:solidFill>
            <a:srgbClr val="12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85732" y="1417320"/>
            <a:ext cx="1645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0" i="0">
                <a:solidFill>
                  <a:srgbClr val="FFFFFF"/>
                </a:solidFill>
              </a:rPr>
              <a:t>🚀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668512" y="4480560"/>
            <a:ext cx="2880360" cy="27432"/>
          </a:xfrm>
          <a:prstGeom prst="rect">
            <a:avLst/>
          </a:prstGeom>
          <a:solidFill>
            <a:srgbClr val="28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68512" y="4663440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4F3"/>
                </a:solidFill>
              </a:rPr>
              <a:t>✉  dc.long123@gmail.com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68512" y="5148072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4F3"/>
                </a:solidFill>
              </a:rPr>
              <a:t>🌐  kidscreativityconfidenceclub.com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